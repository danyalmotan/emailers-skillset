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62C8-55CD-4191-BFA5-540792EA9F55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0251-9ADA-481F-83C3-9249B0C581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4272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62C8-55CD-4191-BFA5-540792EA9F55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0251-9ADA-481F-83C3-9249B0C581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5483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62C8-55CD-4191-BFA5-540792EA9F55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0251-9ADA-481F-83C3-9249B0C581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327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62C8-55CD-4191-BFA5-540792EA9F55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0251-9ADA-481F-83C3-9249B0C581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491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62C8-55CD-4191-BFA5-540792EA9F55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0251-9ADA-481F-83C3-9249B0C581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0776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62C8-55CD-4191-BFA5-540792EA9F55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0251-9ADA-481F-83C3-9249B0C581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1769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62C8-55CD-4191-BFA5-540792EA9F55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0251-9ADA-481F-83C3-9249B0C581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25113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62C8-55CD-4191-BFA5-540792EA9F55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0251-9ADA-481F-83C3-9249B0C581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79365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62C8-55CD-4191-BFA5-540792EA9F55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0251-9ADA-481F-83C3-9249B0C581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7053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62C8-55CD-4191-BFA5-540792EA9F55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0251-9ADA-481F-83C3-9249B0C581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767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462C8-55CD-4191-BFA5-540792EA9F55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0251-9ADA-481F-83C3-9249B0C581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6127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462C8-55CD-4191-BFA5-540792EA9F55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E0251-9ADA-481F-83C3-9249B0C581A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17990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0" y="282456"/>
            <a:ext cx="1525195" cy="65493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8000" y="2967335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ZA" sz="1200" dirty="0"/>
          </a:p>
        </p:txBody>
      </p:sp>
      <p:sp>
        <p:nvSpPr>
          <p:cNvPr id="11" name="Rectangle 10"/>
          <p:cNvSpPr/>
          <p:nvPr/>
        </p:nvSpPr>
        <p:spPr>
          <a:xfrm>
            <a:off x="1877613" y="1405886"/>
            <a:ext cx="80968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https://www.samsung.com/za/smartphones/galaxy-z-fold7/?</a:t>
            </a:r>
            <a:r>
              <a:rPr lang="en-ZA" sz="800" dirty="0" smtClean="0"/>
              <a:t>cid=za_ow_email_n-gc-af_galaxy-z-series_sustain_crm-galaxy-zfold-7-onboarding1_image_kv-300x250_warm</a:t>
            </a:r>
            <a:endParaRPr lang="en-ZA" sz="800" dirty="0"/>
          </a:p>
        </p:txBody>
      </p:sp>
      <p:sp>
        <p:nvSpPr>
          <p:cNvPr id="2" name="Rectangle 1"/>
          <p:cNvSpPr/>
          <p:nvPr/>
        </p:nvSpPr>
        <p:spPr>
          <a:xfrm>
            <a:off x="1877612" y="3960665"/>
            <a:ext cx="765827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https://www.samsung.com/za/smartphones/galaxy-z-fold7/?</a:t>
            </a:r>
            <a:r>
              <a:rPr lang="en-ZA" sz="800" dirty="0" smtClean="0"/>
              <a:t>cid=za_ow_email_n-gc-af_galaxy-z-fold7_sustain_crm-galaxy-z-onboarding1-</a:t>
            </a:r>
            <a:r>
              <a:rPr lang="en-ZA" sz="800" dirty="0"/>
              <a:t>_image_photo-edit_warm</a:t>
            </a:r>
          </a:p>
        </p:txBody>
      </p:sp>
      <p:sp>
        <p:nvSpPr>
          <p:cNvPr id="4" name="Rectangle 3"/>
          <p:cNvSpPr/>
          <p:nvPr/>
        </p:nvSpPr>
        <p:spPr>
          <a:xfrm>
            <a:off x="1693145" y="5583669"/>
            <a:ext cx="102428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https://www.samsung.com/za/watches/galaxy-watch/galaxy-watch8-44mm-silver-bluetooth-sm-l330nzsaxfa/buy/?modelCode=SM-L330NZSAXFA+&amp;cid=za_ow_email_n-gc-af_galaxy-watch-8_sustain_crm-galaxy-z-onboarding-_image_galaxy-watch-8_warm</a:t>
            </a:r>
          </a:p>
        </p:txBody>
      </p:sp>
    </p:spTree>
    <p:extLst>
      <p:ext uri="{BB962C8B-B14F-4D97-AF65-F5344CB8AC3E}">
        <p14:creationId xmlns:p14="http://schemas.microsoft.com/office/powerpoint/2010/main" val="3968957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44" y="438539"/>
            <a:ext cx="1349135" cy="58077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737047" y="1493123"/>
            <a:ext cx="837266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https://www.samsung.com/za/smartphones/galaxy-z-flip7/?cid=za_ow_email_n-gc-af_galaxy-z-flip_sustain_crm-galaxy-z-onboarding-_image_galaxy-z-flip_warm</a:t>
            </a:r>
          </a:p>
        </p:txBody>
      </p:sp>
      <p:sp>
        <p:nvSpPr>
          <p:cNvPr id="7" name="Rectangle 6"/>
          <p:cNvSpPr/>
          <p:nvPr/>
        </p:nvSpPr>
        <p:spPr>
          <a:xfrm>
            <a:off x="1612279" y="2424748"/>
            <a:ext cx="903514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https://www.samsung.com/za/audio-sound/galaxy-buds/galaxy-buds3-pro-silver-sm-r630nzaaxfa/?cid=za_ow_email_n-gc-af_galaxy-buds-3_sustain_crm-galaxy-z-onboarding-_image_galaxy-buds-3_warm</a:t>
            </a:r>
          </a:p>
        </p:txBody>
      </p:sp>
      <p:sp>
        <p:nvSpPr>
          <p:cNvPr id="8" name="Rectangle 7"/>
          <p:cNvSpPr/>
          <p:nvPr/>
        </p:nvSpPr>
        <p:spPr>
          <a:xfrm>
            <a:off x="1612279" y="3694776"/>
            <a:ext cx="83214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https://www.samsung.com/za/apps/samsung-health/?cid=za_ow_email_n-gc-af_galaxy-health_sustain_crm-galaxy-z-onboarding-_image_samsung-health-_warm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2279" y="4739711"/>
            <a:ext cx="102428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https://www.samsung.com/za/watches/galaxy-watch/galaxy-watch8-44mm-silver-bluetooth-sm-l330nzsaxfa/buy/?modelCode=SM-L330NZSAXFA+&amp;cid=za_ow_email_n-gc-af_galaxy-watch-8_sustain_crm-galaxy-z-onboarding-_image_galaxy-watch-8_warm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047" y="5738479"/>
            <a:ext cx="954332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https://https://www.samsung.com/za/tablets/galaxy-tab-s10/buy/?modelCode=SM-X920NZAREUB+&amp;cid=za_ow_email_n-gc-af_galaxy-tabs-10_sustain_crm-galaxy-z-onboarding-_image_galaxy-tabs10_warm</a:t>
            </a:r>
          </a:p>
        </p:txBody>
      </p:sp>
    </p:spTree>
    <p:extLst>
      <p:ext uri="{BB962C8B-B14F-4D97-AF65-F5344CB8AC3E}">
        <p14:creationId xmlns:p14="http://schemas.microsoft.com/office/powerpoint/2010/main" val="43904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877613" y="239690"/>
            <a:ext cx="809681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https://www.samsung.com/africa_en/smartphones/galaxy-z-fold7/?</a:t>
            </a:r>
            <a:r>
              <a:rPr lang="en-ZA" sz="800" dirty="0" smtClean="0"/>
              <a:t>cid=ng_ow_email_n-gc-af_galaxy-z-series_sustain_crm-galaxy-zfold-7-onboarding1_image_kv-300x250_warm</a:t>
            </a:r>
            <a:endParaRPr lang="en-ZA" sz="800" dirty="0"/>
          </a:p>
        </p:txBody>
      </p:sp>
      <p:sp>
        <p:nvSpPr>
          <p:cNvPr id="7" name="Rectangle 6"/>
          <p:cNvSpPr/>
          <p:nvPr/>
        </p:nvSpPr>
        <p:spPr>
          <a:xfrm>
            <a:off x="3048000" y="2967335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ZA" sz="1200" dirty="0"/>
          </a:p>
        </p:txBody>
      </p:sp>
      <p:sp>
        <p:nvSpPr>
          <p:cNvPr id="13" name="Rectangle 12"/>
          <p:cNvSpPr/>
          <p:nvPr/>
        </p:nvSpPr>
        <p:spPr>
          <a:xfrm>
            <a:off x="1877613" y="483836"/>
            <a:ext cx="809681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https://www.samsung.com/africa_en/smartphones/galaxy-z-fold7/?</a:t>
            </a:r>
            <a:r>
              <a:rPr lang="en-ZA" sz="800" dirty="0" smtClean="0"/>
              <a:t>cid=gh_ow_email_n-gc-af_galaxy-z-series_sustain_crm-galaxy-zfold-7-onboarding1_image_kv-300x250_warm</a:t>
            </a:r>
            <a:endParaRPr lang="en-ZA" sz="800" dirty="0"/>
          </a:p>
        </p:txBody>
      </p:sp>
      <p:sp>
        <p:nvSpPr>
          <p:cNvPr id="14" name="Rectangle 13"/>
          <p:cNvSpPr/>
          <p:nvPr/>
        </p:nvSpPr>
        <p:spPr>
          <a:xfrm>
            <a:off x="1877612" y="690822"/>
            <a:ext cx="809681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https://www.samsung.com/africa_en/smartphones/galaxy-z-fold7/?</a:t>
            </a:r>
            <a:r>
              <a:rPr lang="en-ZA" sz="800" dirty="0" smtClean="0"/>
              <a:t>cid=mu_ow_email_n-gc-af_galaxy-z-series_sustain_crm-galaxy-zfold-7-onboarding1_image_kv-300x250_warm</a:t>
            </a:r>
            <a:endParaRPr lang="en-ZA" sz="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3804" t="1008" r="2248"/>
          <a:stretch/>
        </p:blipFill>
        <p:spPr>
          <a:xfrm>
            <a:off x="149290" y="228561"/>
            <a:ext cx="1399592" cy="64193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877611" y="4716321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https://https://www.samsung.com/africa_en/galaxy-ai/?</a:t>
            </a:r>
            <a:r>
              <a:rPr lang="en-ZA" sz="800" dirty="0" smtClean="0"/>
              <a:t>cid=gh_ow_email_n-gc-af_galaxy-z-fold7_sustain_crm-galaxy-z-onboarding-</a:t>
            </a:r>
            <a:r>
              <a:rPr lang="en-ZA" sz="800" dirty="0"/>
              <a:t>_image_now-brief_warm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7610" y="5009348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https://https://www.samsung.com/africa_en/galaxy-ai/?</a:t>
            </a:r>
            <a:r>
              <a:rPr lang="en-ZA" sz="800" dirty="0" smtClean="0"/>
              <a:t>cid=ng_ow_email_n-gc-af_galaxy-z-fold7_sustain_crm-galaxy-z-onboarding-</a:t>
            </a:r>
            <a:r>
              <a:rPr lang="en-ZA" sz="800" dirty="0"/>
              <a:t>_image_now-brief_warm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7610" y="5314410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https://https://www.samsung.com/africa_en/galaxy-ai/?</a:t>
            </a:r>
            <a:r>
              <a:rPr lang="en-ZA" sz="800" dirty="0" smtClean="0"/>
              <a:t>cid=mu_ow_email_n-gc-af_galaxy-z-fold7_sustain_crm-galaxy-z-onboarding-</a:t>
            </a:r>
            <a:r>
              <a:rPr lang="en-ZA" sz="800" dirty="0"/>
              <a:t>_image_now-brief_warm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80630" y="2967335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https://https://www.samsung.com/africa_en/galaxy-ai/?</a:t>
            </a:r>
            <a:r>
              <a:rPr lang="en-ZA" sz="800" dirty="0" smtClean="0"/>
              <a:t>cid=gh_ow_email_n-gc-af_galaxy-z-fold7_sustain_crm-galaxy-z-onboarding1_photo-assist_warm</a:t>
            </a:r>
            <a:endParaRPr lang="en-ZA" sz="800" dirty="0"/>
          </a:p>
        </p:txBody>
      </p:sp>
      <p:sp>
        <p:nvSpPr>
          <p:cNvPr id="22" name="Rectangle 21"/>
          <p:cNvSpPr/>
          <p:nvPr/>
        </p:nvSpPr>
        <p:spPr>
          <a:xfrm>
            <a:off x="1780629" y="3260362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https://https://www.samsung.com/africa_en/galaxy-ai/?</a:t>
            </a:r>
            <a:r>
              <a:rPr lang="en-ZA" sz="800" dirty="0" smtClean="0"/>
              <a:t>cid=ng_ow_email_n-gc-af_galaxy-z-fold7_sustain_crm-galaxy-z-onboarding1_image_photo_assist_warm</a:t>
            </a:r>
            <a:endParaRPr lang="en-ZA" sz="800" dirty="0"/>
          </a:p>
        </p:txBody>
      </p:sp>
      <p:sp>
        <p:nvSpPr>
          <p:cNvPr id="23" name="Rectangle 22"/>
          <p:cNvSpPr/>
          <p:nvPr/>
        </p:nvSpPr>
        <p:spPr>
          <a:xfrm>
            <a:off x="1780629" y="3565424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https://https://www.samsung.com/africa_en/galaxy-ai/?</a:t>
            </a:r>
            <a:r>
              <a:rPr lang="en-ZA" sz="800" dirty="0" smtClean="0"/>
              <a:t>cid=mu_ow_email_n-gc-af_galaxy-z-fold7_sustain_crm-galaxy-z-onboarding1_image_phot-assist_warm</a:t>
            </a:r>
            <a:endParaRPr lang="en-ZA" sz="800" dirty="0"/>
          </a:p>
        </p:txBody>
      </p:sp>
      <p:sp>
        <p:nvSpPr>
          <p:cNvPr id="27" name="Rectangle 26"/>
          <p:cNvSpPr/>
          <p:nvPr/>
        </p:nvSpPr>
        <p:spPr>
          <a:xfrm>
            <a:off x="1877612" y="983849"/>
            <a:ext cx="809681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</a:t>
            </a:r>
            <a:r>
              <a:rPr lang="en-ZA" sz="800" dirty="0" smtClean="0"/>
              <a:t>www.samsung.com/africa_fr/smartphones/galaxy-z-fold7</a:t>
            </a:r>
            <a:r>
              <a:rPr lang="en-ZA" sz="800" dirty="0"/>
              <a:t>/?</a:t>
            </a:r>
            <a:r>
              <a:rPr lang="en-ZA" sz="800" dirty="0" smtClean="0"/>
              <a:t>cid=sn_ow_email_n-gc-af_galaxy-z-series_sustain_crm-galaxy-zfold-7-onboarding1_image_kv-300x250_warm</a:t>
            </a:r>
            <a:endParaRPr lang="en-ZA" sz="800" dirty="0"/>
          </a:p>
        </p:txBody>
      </p:sp>
      <p:sp>
        <p:nvSpPr>
          <p:cNvPr id="28" name="Rectangle 27"/>
          <p:cNvSpPr/>
          <p:nvPr/>
        </p:nvSpPr>
        <p:spPr>
          <a:xfrm>
            <a:off x="1877612" y="1305062"/>
            <a:ext cx="809681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</a:t>
            </a:r>
            <a:r>
              <a:rPr lang="en-ZA" sz="800" dirty="0" smtClean="0"/>
              <a:t>www.samsung.com/africa_fr/smartphones/galaxy-z-fold7</a:t>
            </a:r>
            <a:r>
              <a:rPr lang="en-ZA" sz="800" dirty="0"/>
              <a:t>/?</a:t>
            </a:r>
            <a:r>
              <a:rPr lang="en-ZA" sz="800" dirty="0" smtClean="0"/>
              <a:t>cid=ci_ow_email_n-gc-af_galaxy-z-series_sustain_crm-galaxy-zfold-7-onboarding1_image_kv-300x250_warm</a:t>
            </a:r>
            <a:endParaRPr lang="en-ZA" sz="800" dirty="0"/>
          </a:p>
        </p:txBody>
      </p:sp>
      <p:sp>
        <p:nvSpPr>
          <p:cNvPr id="30" name="Rectangle 29"/>
          <p:cNvSpPr/>
          <p:nvPr/>
        </p:nvSpPr>
        <p:spPr>
          <a:xfrm>
            <a:off x="1780629" y="3964343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</a:t>
            </a:r>
            <a:r>
              <a:rPr lang="en-ZA" sz="800" dirty="0" smtClean="0"/>
              <a:t>www.samsung.com/africa_fr/galaxy-ai</a:t>
            </a:r>
            <a:r>
              <a:rPr lang="en-ZA" sz="800" dirty="0"/>
              <a:t>/?</a:t>
            </a:r>
            <a:r>
              <a:rPr lang="en-ZA" sz="800" dirty="0" smtClean="0"/>
              <a:t>cid=sn_ow_email_n-gc-af_galaxy-z-fold7_sustain_crm-galaxy-z-onboarding1_photo-assist_warm</a:t>
            </a:r>
            <a:endParaRPr lang="en-ZA" sz="800" dirty="0"/>
          </a:p>
        </p:txBody>
      </p:sp>
      <p:sp>
        <p:nvSpPr>
          <p:cNvPr id="31" name="Rectangle 30"/>
          <p:cNvSpPr/>
          <p:nvPr/>
        </p:nvSpPr>
        <p:spPr>
          <a:xfrm>
            <a:off x="1780629" y="4240457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</a:t>
            </a:r>
            <a:r>
              <a:rPr lang="en-ZA" sz="800" dirty="0" smtClean="0"/>
              <a:t>www.samsung.com/africa_fr/galaxy-ai</a:t>
            </a:r>
            <a:r>
              <a:rPr lang="en-ZA" sz="800" dirty="0"/>
              <a:t>/?</a:t>
            </a:r>
            <a:r>
              <a:rPr lang="en-ZA" sz="800" dirty="0" smtClean="0"/>
              <a:t>cid=ci_ow_email_n-gc-af_galaxy-z-fold7_sustain_crm-galaxy-z-onboarding1_photo-assist_warm</a:t>
            </a:r>
            <a:endParaRPr lang="en-ZA" sz="800" dirty="0"/>
          </a:p>
        </p:txBody>
      </p:sp>
      <p:sp>
        <p:nvSpPr>
          <p:cNvPr id="32" name="Rectangle 31"/>
          <p:cNvSpPr/>
          <p:nvPr/>
        </p:nvSpPr>
        <p:spPr>
          <a:xfrm>
            <a:off x="1877610" y="5642895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</a:t>
            </a:r>
            <a:r>
              <a:rPr lang="en-ZA" sz="800" dirty="0" smtClean="0"/>
              <a:t>www.samsung.com/africa_fr/galaxy-ai</a:t>
            </a:r>
            <a:r>
              <a:rPr lang="en-ZA" sz="800" dirty="0"/>
              <a:t>/?</a:t>
            </a:r>
            <a:r>
              <a:rPr lang="en-ZA" sz="800" dirty="0" smtClean="0"/>
              <a:t>cid=sn_ow_email_n-gc-af_galaxy-z-fold7_sustain_crm-galaxy-z-onboarding1_now-brief_warm</a:t>
            </a:r>
            <a:endParaRPr lang="en-ZA" sz="800" dirty="0"/>
          </a:p>
        </p:txBody>
      </p:sp>
      <p:sp>
        <p:nvSpPr>
          <p:cNvPr id="33" name="Rectangle 32"/>
          <p:cNvSpPr/>
          <p:nvPr/>
        </p:nvSpPr>
        <p:spPr>
          <a:xfrm>
            <a:off x="1877610" y="5919009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</a:t>
            </a:r>
            <a:r>
              <a:rPr lang="en-ZA" sz="800" dirty="0" smtClean="0"/>
              <a:t>www.samsung.com/africa_fr/galaxy-ai</a:t>
            </a:r>
            <a:r>
              <a:rPr lang="en-ZA" sz="800" dirty="0"/>
              <a:t>/?</a:t>
            </a:r>
            <a:r>
              <a:rPr lang="en-ZA" sz="800" dirty="0" smtClean="0"/>
              <a:t>cid=ci_ow_email_n-gc-af_galaxy-z-fold7_sustain_crm-galaxy-z-onboarding1_now-brief_warm</a:t>
            </a:r>
            <a:endParaRPr lang="en-ZA" sz="800" dirty="0"/>
          </a:p>
        </p:txBody>
      </p:sp>
    </p:spTree>
    <p:extLst>
      <p:ext uri="{BB962C8B-B14F-4D97-AF65-F5344CB8AC3E}">
        <p14:creationId xmlns:p14="http://schemas.microsoft.com/office/powerpoint/2010/main" val="3252340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8000" y="2967335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ZA" sz="1200" dirty="0"/>
          </a:p>
        </p:txBody>
      </p:sp>
      <p:sp>
        <p:nvSpPr>
          <p:cNvPr id="8" name="Rectangle 7"/>
          <p:cNvSpPr/>
          <p:nvPr/>
        </p:nvSpPr>
        <p:spPr>
          <a:xfrm>
            <a:off x="1877613" y="4913966"/>
            <a:ext cx="996293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https://www.samsung.com/africa_en/watches/galaxy-watch/galaxy-watch8-44mm-silver-bluetooth-sm-l330nzsamea/?</a:t>
            </a:r>
            <a:r>
              <a:rPr lang="en-ZA" sz="800" dirty="0" smtClean="0"/>
              <a:t>cid=ng_ow_email_n-gc-af_galaxy-watch-8_sustain_crm-galaxy-z-onboarding-</a:t>
            </a:r>
            <a:r>
              <a:rPr lang="en-ZA" sz="800" dirty="0"/>
              <a:t>_image_galaxy-watch-8_warm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7612" y="5170246"/>
            <a:ext cx="996293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https://www.samsung.com/africa_en/watches/galaxy-watch/galaxy-watch8-44mm-silver-bluetooth-sm-l330nzsamea/?</a:t>
            </a:r>
            <a:r>
              <a:rPr lang="en-ZA" sz="800" dirty="0" smtClean="0"/>
              <a:t>cid=gh_ow_email_n-gc-af_galaxy-watch-8_sustain_crm-galaxy-z-onboarding-</a:t>
            </a:r>
            <a:r>
              <a:rPr lang="en-ZA" sz="800" dirty="0"/>
              <a:t>_image_galaxy-watch-8_warm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7612" y="5475947"/>
            <a:ext cx="996293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https://www.samsung.com/africa_en/watches/galaxy-watch/galaxy-watch8-44mm-silver-bluetooth-sm-l330nzsamea/?</a:t>
            </a:r>
            <a:r>
              <a:rPr lang="en-ZA" sz="800" dirty="0" smtClean="0"/>
              <a:t>cid=mu_ow_email_n-gc-af_galaxy-watch-8_sustain_crm-galaxy-z-onboarding-</a:t>
            </a:r>
            <a:r>
              <a:rPr lang="en-ZA" sz="800" dirty="0"/>
              <a:t>_image_galaxy-watch-8_warm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460" t="655" r="4620" b="653"/>
          <a:stretch/>
        </p:blipFill>
        <p:spPr>
          <a:xfrm>
            <a:off x="149290" y="111889"/>
            <a:ext cx="1390262" cy="6652727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877612" y="3244334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https://https://www.samsung.com/africa_en/galaxy-ai/?</a:t>
            </a:r>
            <a:r>
              <a:rPr lang="en-ZA" sz="800" dirty="0" smtClean="0"/>
              <a:t>cid=gh_ow_email_n-gc-af_galaxy-z-fold7_sustain_crm-galaxy-z-onboarding1_image_summarize_warm</a:t>
            </a:r>
            <a:endParaRPr lang="en-ZA" sz="800" dirty="0"/>
          </a:p>
        </p:txBody>
      </p:sp>
      <p:sp>
        <p:nvSpPr>
          <p:cNvPr id="20" name="Rectangle 19"/>
          <p:cNvSpPr/>
          <p:nvPr/>
        </p:nvSpPr>
        <p:spPr>
          <a:xfrm>
            <a:off x="1877611" y="3537361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https://https://www.samsung.com/africa_en/galaxy-ai/?</a:t>
            </a:r>
            <a:r>
              <a:rPr lang="en-ZA" sz="800" dirty="0" smtClean="0"/>
              <a:t>cid=ng_ow_email_n-gc-af_galaxy-z-fold7_sustain_crm-galaxy-z-onboarding1_image_summarize_warm</a:t>
            </a:r>
            <a:endParaRPr lang="en-ZA" sz="800" dirty="0"/>
          </a:p>
        </p:txBody>
      </p:sp>
      <p:sp>
        <p:nvSpPr>
          <p:cNvPr id="21" name="Rectangle 20"/>
          <p:cNvSpPr/>
          <p:nvPr/>
        </p:nvSpPr>
        <p:spPr>
          <a:xfrm>
            <a:off x="1877611" y="3842423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https://https://www.samsung.com/africa_en/galaxy-ai/?</a:t>
            </a:r>
            <a:r>
              <a:rPr lang="en-ZA" sz="800" dirty="0" smtClean="0"/>
              <a:t>cid=mu_ow_email_n-gc-af_galaxy-z-fold7_sustain_crm-galaxy-z-onboarding1_image_summarize_warm</a:t>
            </a:r>
            <a:endParaRPr lang="en-ZA" sz="800" dirty="0"/>
          </a:p>
        </p:txBody>
      </p:sp>
      <p:sp>
        <p:nvSpPr>
          <p:cNvPr id="22" name="Rectangle 21"/>
          <p:cNvSpPr/>
          <p:nvPr/>
        </p:nvSpPr>
        <p:spPr>
          <a:xfrm>
            <a:off x="1877611" y="695346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https://https://www.samsung.com/africa_en/galaxy-ai/?</a:t>
            </a:r>
            <a:r>
              <a:rPr lang="en-ZA" sz="800" dirty="0" smtClean="0"/>
              <a:t>cid=gh_ow_email_n-gc-af_galaxy-z-fold7_sustain_crm-galaxy-z-onboarding-</a:t>
            </a:r>
            <a:r>
              <a:rPr lang="en-ZA" sz="800" dirty="0"/>
              <a:t>_</a:t>
            </a:r>
            <a:r>
              <a:rPr lang="en-ZA" sz="800" dirty="0" smtClean="0"/>
              <a:t>image_gemini_live_warm</a:t>
            </a:r>
            <a:endParaRPr lang="en-ZA" sz="800" dirty="0"/>
          </a:p>
        </p:txBody>
      </p:sp>
      <p:sp>
        <p:nvSpPr>
          <p:cNvPr id="23" name="Rectangle 22"/>
          <p:cNvSpPr/>
          <p:nvPr/>
        </p:nvSpPr>
        <p:spPr>
          <a:xfrm>
            <a:off x="1877610" y="988373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https://https://www.samsung.com/africa_en/galaxy-ai/?</a:t>
            </a:r>
            <a:r>
              <a:rPr lang="en-ZA" sz="800" dirty="0" smtClean="0"/>
              <a:t>cid=ng_ow_email_n-gc-af_galaxy-z-fold7_sustain_crm-galaxy-z-onboarding-</a:t>
            </a:r>
            <a:r>
              <a:rPr lang="en-ZA" sz="800" dirty="0"/>
              <a:t>_</a:t>
            </a:r>
            <a:r>
              <a:rPr lang="en-ZA" sz="800" dirty="0" smtClean="0"/>
              <a:t>image_gemini_live_warm</a:t>
            </a:r>
            <a:endParaRPr lang="en-ZA" sz="800" dirty="0"/>
          </a:p>
        </p:txBody>
      </p:sp>
      <p:sp>
        <p:nvSpPr>
          <p:cNvPr id="24" name="Rectangle 23"/>
          <p:cNvSpPr/>
          <p:nvPr/>
        </p:nvSpPr>
        <p:spPr>
          <a:xfrm>
            <a:off x="1877610" y="1293435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https://https://www.samsung.com/africa_en/galaxy-ai/?</a:t>
            </a:r>
            <a:r>
              <a:rPr lang="en-ZA" sz="800" dirty="0" smtClean="0"/>
              <a:t>cid=mu_ow_email_n-gc-af_galaxy-z-fold7_sustain_crm-galaxy-z-onboarding-</a:t>
            </a:r>
            <a:r>
              <a:rPr lang="en-ZA" sz="800" dirty="0"/>
              <a:t>_</a:t>
            </a:r>
            <a:r>
              <a:rPr lang="en-ZA" sz="800" dirty="0" smtClean="0"/>
              <a:t>image_gemini_live_warm</a:t>
            </a:r>
            <a:endParaRPr lang="en-ZA" sz="800" dirty="0"/>
          </a:p>
        </p:txBody>
      </p:sp>
      <p:sp>
        <p:nvSpPr>
          <p:cNvPr id="25" name="Rectangle 24"/>
          <p:cNvSpPr/>
          <p:nvPr/>
        </p:nvSpPr>
        <p:spPr>
          <a:xfrm>
            <a:off x="1877610" y="1603845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</a:t>
            </a:r>
            <a:r>
              <a:rPr lang="en-ZA" sz="800" dirty="0" smtClean="0"/>
              <a:t>www.samsung.com/africa_fr/galaxy-ai</a:t>
            </a:r>
            <a:r>
              <a:rPr lang="en-ZA" sz="800" dirty="0"/>
              <a:t>/?</a:t>
            </a:r>
            <a:r>
              <a:rPr lang="en-ZA" sz="800" dirty="0" smtClean="0"/>
              <a:t>cid=sn_ow_email_n-gc-af_galaxy-z-fold7_sustain_crm-galaxy-z-onboarding1_gemini-live_warm</a:t>
            </a:r>
            <a:endParaRPr lang="en-ZA" sz="800" dirty="0"/>
          </a:p>
        </p:txBody>
      </p:sp>
      <p:sp>
        <p:nvSpPr>
          <p:cNvPr id="26" name="Rectangle 25"/>
          <p:cNvSpPr/>
          <p:nvPr/>
        </p:nvSpPr>
        <p:spPr>
          <a:xfrm>
            <a:off x="1877610" y="1879959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</a:t>
            </a:r>
            <a:r>
              <a:rPr lang="en-ZA" sz="800" dirty="0" smtClean="0"/>
              <a:t>www.samsung.com/africa_fr/galaxy-ai</a:t>
            </a:r>
            <a:r>
              <a:rPr lang="en-ZA" sz="800" dirty="0"/>
              <a:t>/?</a:t>
            </a:r>
            <a:r>
              <a:rPr lang="en-ZA" sz="800" dirty="0" smtClean="0"/>
              <a:t>cid=ci_ow_email_n-gc-af_galaxy-z-fold7_sustain_crm-galaxy-z-onboarding1_gemini-live_warm</a:t>
            </a:r>
            <a:endParaRPr lang="en-ZA" sz="800" dirty="0"/>
          </a:p>
        </p:txBody>
      </p:sp>
      <p:sp>
        <p:nvSpPr>
          <p:cNvPr id="27" name="Rectangle 26"/>
          <p:cNvSpPr/>
          <p:nvPr/>
        </p:nvSpPr>
        <p:spPr>
          <a:xfrm>
            <a:off x="1877610" y="4156038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</a:t>
            </a:r>
            <a:r>
              <a:rPr lang="en-ZA" sz="800" dirty="0" smtClean="0"/>
              <a:t>www.samsung.com/africa_fr/galaxy-ai</a:t>
            </a:r>
            <a:r>
              <a:rPr lang="en-ZA" sz="800" dirty="0"/>
              <a:t>/?</a:t>
            </a:r>
            <a:r>
              <a:rPr lang="en-ZA" sz="800" dirty="0" smtClean="0"/>
              <a:t>cid=sn_ow_email_n-gc-af_galaxy-z-fold7_sustain_crm-galaxy-z-onboarding1_summarize_warm</a:t>
            </a:r>
            <a:endParaRPr lang="en-ZA" sz="800" dirty="0"/>
          </a:p>
        </p:txBody>
      </p:sp>
      <p:sp>
        <p:nvSpPr>
          <p:cNvPr id="28" name="Rectangle 27"/>
          <p:cNvSpPr/>
          <p:nvPr/>
        </p:nvSpPr>
        <p:spPr>
          <a:xfrm>
            <a:off x="1877610" y="4432152"/>
            <a:ext cx="881255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https://https://</a:t>
            </a:r>
            <a:r>
              <a:rPr lang="en-ZA" sz="800" dirty="0" smtClean="0"/>
              <a:t>www.samsung.com/africa_fr/galaxy-ai</a:t>
            </a:r>
            <a:r>
              <a:rPr lang="en-ZA" sz="800" dirty="0"/>
              <a:t>/?</a:t>
            </a:r>
            <a:r>
              <a:rPr lang="en-ZA" sz="800" dirty="0" smtClean="0"/>
              <a:t>cid=ci_ow_email_n-gc-af_galaxy-z-fold7_sustain_crm-galaxy-z-onboarding1_summarize_warm</a:t>
            </a:r>
            <a:endParaRPr lang="en-ZA" sz="800" dirty="0"/>
          </a:p>
        </p:txBody>
      </p:sp>
      <p:sp>
        <p:nvSpPr>
          <p:cNvPr id="31" name="Rectangle 30"/>
          <p:cNvSpPr/>
          <p:nvPr/>
        </p:nvSpPr>
        <p:spPr>
          <a:xfrm>
            <a:off x="1877610" y="5793322"/>
            <a:ext cx="996293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</a:t>
            </a:r>
            <a:r>
              <a:rPr lang="en-ZA" sz="800" dirty="0" smtClean="0"/>
              <a:t>www.samsung.com/africa_fr/watches/galaxy-watch/galaxy-watch8-44mm-silver-bluetooth-sm-l330nzsamea</a:t>
            </a:r>
            <a:r>
              <a:rPr lang="en-ZA" sz="800" dirty="0"/>
              <a:t>/?</a:t>
            </a:r>
            <a:r>
              <a:rPr lang="en-ZA" sz="800" dirty="0" smtClean="0"/>
              <a:t>cid=sn_ow_email_n-gc-af_galaxy-watch-8_sustain_crm-galaxy-z-onboarding-</a:t>
            </a:r>
            <a:r>
              <a:rPr lang="en-ZA" sz="800" dirty="0"/>
              <a:t>_image_galaxy-watch-8_warm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13879" y="6159725"/>
            <a:ext cx="996293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800" dirty="0"/>
              <a:t>https://</a:t>
            </a:r>
            <a:r>
              <a:rPr lang="en-ZA" sz="800" dirty="0" smtClean="0"/>
              <a:t>www.samsung.com/africa_fr/watches/galaxy-watch/galaxy-watch8-44mm-silver-bluetooth-sm-l330nzsamea</a:t>
            </a:r>
            <a:r>
              <a:rPr lang="en-ZA" sz="800" dirty="0"/>
              <a:t>/?</a:t>
            </a:r>
            <a:r>
              <a:rPr lang="en-ZA" sz="800" dirty="0" smtClean="0"/>
              <a:t>cid=ci_ow_email_n-gc-af_galaxy-watch-8_sustain_crm-galaxy-z-onboarding-</a:t>
            </a:r>
            <a:r>
              <a:rPr lang="en-ZA" sz="800" dirty="0"/>
              <a:t>_image_galaxy-watch-8_warm</a:t>
            </a:r>
          </a:p>
        </p:txBody>
      </p:sp>
    </p:spTree>
    <p:extLst>
      <p:ext uri="{BB962C8B-B14F-4D97-AF65-F5344CB8AC3E}">
        <p14:creationId xmlns:p14="http://schemas.microsoft.com/office/powerpoint/2010/main" val="2734972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276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Vaneeta Mei/Digital Marketing Part/Associate/Samsung Electronics</dc:creator>
  <cp:lastModifiedBy>Londiwe Peaches Luthuli/Digital Marketing Part/Associate/Samsung Electronics</cp:lastModifiedBy>
  <cp:revision>48</cp:revision>
  <dcterms:created xsi:type="dcterms:W3CDTF">2025-06-27T09:15:27Z</dcterms:created>
  <dcterms:modified xsi:type="dcterms:W3CDTF">2025-09-09T08:26:50Z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